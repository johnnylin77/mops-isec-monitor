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27A6C4"/>
              </a:solidFill>
            </c:spPr>
          </c:dPt>
          <c:dPt>
            <c:idx val="2"/>
            <c:spPr>
              <a:solidFill>
                <a:srgbClr val="5C6679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個資外洩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2026-09-15 ~ 2026-10-15　｜　MOPS 重大訊息全文檢索　｜　12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12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2743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緯致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4953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目前公司整體系統與營運正常運作，對公司尚無重大影響。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目前評估沒有個資、亦沒有機密或重要文件資料外洩等情事發生，對本公司營…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杏一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截至目前為止對公司財務及業務並無重大影響。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一零四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目前系統與營運正常運作，對公司尚無重大影響。相關影響仍持續評估中。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安心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1259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截至目前為止對公司財務及業務並無重大影響。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2450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評估對本公司營運、財務及服務提供無重大影響。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柏文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8462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友訊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2332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09/18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長榮航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2618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09/15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目前評估對公司所有業務均不受影響。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長榮航太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2645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經初步評估，核心資訊系統及營運業務運作皆維持正常，尚未發現公司及涉客…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神腦、友訊、長榮航、長榮航太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杏一、鈊象、安心、柏文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緯致、上福、一零四、鈊象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34465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緯致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4953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唐嘉鍵、楊雲筑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杏一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池瑞全、蔡宗遠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周仕杰、李東峰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一零四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趙敏如、江家齊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安心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1259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徐明釧、陳怡婷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2450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王銘義、林永智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周仕杰、李東峰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柏文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8462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洪福讚、陳政初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友訊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2332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梅元貞、謝秋華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長榮航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2618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陳雅琳、楊雲筑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446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長榮航太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2645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陳雅琳、鄭博仁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緯致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4953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本公司偵測到內部系統有異常存取情形，經調查確認，部分員工資訊與公務聯繫資訊遭未經授權存取。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本公司已採取相關防護、阻斷及修補措施，並持續強化資訊安全防護機制。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KatunCorporation發現資訊安全異常事件，經調查發現部分資訊系統有異常存取行為。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KatunCorporation將持續進行事件調查、鑑識分析及監控作業，並進一步強化資訊安全管理、遠端存取管控、網路安全…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杏一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本公司接獲消費者反映疑似個資外洩事件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(1)本公司已立即啟動資安事件應變作業，針對相關系統、存取紀錄及可能涉及之資料範圍進行調查，並要求官網平台委外廠商同步進…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鈊象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本公司於115年9月29日發現不明IP異常侵入公司營運資訊設備，造成公司遊戲營運資料外洩，包含部…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(1)持續提升資安防禦，強化監控與防護層級。(2)委由外部專業資安團隊協助事件調查，並於相關主機部署偵測及防護機制。(3…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一零四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本公司偵測到APP系統有異常讀取情形，經調查確認，約12萬筆履歷資料遭未經授權讀取。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本公司已採取相關防護及阻斷措施，並持續進行資安鑑識及強化資訊安全防護機制。本公司將依調查結果及相關法令辦理後續事宜，如有…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安心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1259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消費者反應疑似個資外洩事件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本公司已立即針對本次資安事件啟動應變作業。需特別說明，本次疑似個資外洩事件之平台係由委外廠商管理，非屬本公司自有之MOS…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神腦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2450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本公司外部伺服器遭受自動化攻擊事件說明。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本公司已與第三方資安廠商合作，全面強化網路偵測、系統監控與安全管控，以確保資訊安全。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鈊象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本公司於115年9月29日發現不明IP異常侵入公司營運資訊設備。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持續提升資安防禦，強化監控與防護層級。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柏文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8462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本公司接獲系統委外廠商通知其對外服務系統遭自動化攻擊，並對客戶資料表分頁擷取，其中部分涉及本公司…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本公司已要求系統委外廠商重新檢視造成資安疑慮因子並加以防範，同時持續針對系統委外廠商加強監控。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友訊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2332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本公司網站監控中發現登入記錄異常，查知外部攻擊者利用既有登入機制，以大量帳號密碼進行網站登入驗證…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(1)強化網站登入驗證、存取控制及異常行為偵測機制。(2)強化網頁應用程式防火牆，降低大量或異常登入嘗試之可行性。(3)…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長榮航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2618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本公司發現有不明人士透過惡意IP入侵本公司內部資訊環境，取得員工姓名與公務聯繫資訊。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本公司已重新檢視可能造成資安疑慮的因子並加以防範，同時持續加強監控。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長榮航太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2645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本公司發現部分內部資訊系統遭受網路攻擊。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本公司將持續監控公司整體資訊系統運作狀況，並檢討強化現有資安防護措施，以確保資訊安全。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