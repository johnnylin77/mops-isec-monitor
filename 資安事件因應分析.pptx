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5</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2026-08-08 ~ 2026-09-08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08/20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08/11</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尚在評估中，依目前評估對公司營運無重大影響。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正瀚-創</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6534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杭特、數字、上詮、正瀚-創、久裕</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富爾特、創新服務、久裕</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羅瑞芝、余聖河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白淑蒨、李典易</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正瀚-創</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6534</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陳政學、張字信</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數字 </a:t>
            </a:r>
            <a:r>
              <a:rPr sz="1300" b="0">
                <a:solidFill>
                  <a:srgbClr val="5C6679"/>
                </a:solidFill>
                <a:latin typeface="Microsoft JhengHei"/>
                <a:ea typeface="Microsoft JhengHei"/>
                <a:cs typeface="Microsoft JhengHei"/>
              </a:rPr>
              <a:t>5287</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本公司於115年8月20日發現591網站登入行為異常，經查發現外部攻擊者利用登入機制之弱點，繞過…</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(1)依據安全軟體發展生命週期（SSDLC）框架，持續優化系統開發流程及資安檢視機制。(2)強化登入驗證、存取控制及異常…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上詮 </a:t>
            </a:r>
            <a:r>
              <a:rPr sz="1300" b="0">
                <a:solidFill>
                  <a:srgbClr val="5C6679"/>
                </a:solidFill>
                <a:latin typeface="Microsoft JhengHei"/>
                <a:ea typeface="Microsoft JhengHei"/>
                <a:cs typeface="Microsoft JhengHei"/>
              </a:rPr>
              <a:t>3363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本公司資訊系統遭受駭客網路攻擊，部分主機與電腦遭受病毒攻擊。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本公司已於第一時間啟動資安防禦，並對網路攻擊進行清查，亦同步持續檢視與提升網路與資訊基礎架構之安全控管，以確保資訊安全。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本公司遭受駭客加密攻擊事件，部分檔案無法解密。</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(1)本公司業已啟動資安相關防禦機制與應變作業，並將通報相關機關。(2)本公司將繼續尋求資安專家協助，改善及提升本公司資…</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正瀚-創 </a:t>
            </a:r>
            <a:r>
              <a:rPr sz="1300" b="0">
                <a:solidFill>
                  <a:srgbClr val="5C6679"/>
                </a:solidFill>
                <a:latin typeface="Microsoft JhengHei"/>
                <a:ea typeface="Microsoft JhengHei"/>
                <a:cs typeface="Microsoft JhengHei"/>
              </a:rPr>
              <a:t>6534</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