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5</c:v>
                </c:pt>
                <c:pt idx="1">
                  <c:v>1</c:v>
                </c:pt>
                <c:pt idx="2">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2026-07-06 ~ 2026-08-06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州巧、藥華藥、上銀、松上、優盛</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廖福銘、林永智</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州巧 </a:t>
            </a:r>
            <a:r>
              <a:rPr sz="1300" b="0">
                <a:solidFill>
                  <a:srgbClr val="5C6679"/>
                </a:solidFill>
                <a:latin typeface="Microsoft JhengHei"/>
                <a:ea typeface="Microsoft JhengHei"/>
                <a:cs typeface="Microsoft JhengHei"/>
              </a:rPr>
              <a:t>3543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本公司及重要子公司(蘇州州巧、廈門州巧及越南州巧)之部份資訊系統遭不明駭客入侵，導致部分系統無法…</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