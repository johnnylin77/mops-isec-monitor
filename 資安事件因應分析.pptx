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3</c:v>
                </c:pt>
                <c:pt idx="1">
                  <c:v>1</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2026-06-08 ~ 2026-07-08　｜　MOPS 重大訊息全文檢索　｜　7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7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7</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072384"/>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06/16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目前評估該事件對公司營運造成暫停出貨的影響，現階段出貨已陸續恢復中。</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GOGOLOOK、耕興、上福</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36576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KatunCorporation資訊設備遭受未授權外部存取。</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此事件後將持續提升網路與資訊基礎架構之安全控管，並持續密切監控，以確保資訊安全。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