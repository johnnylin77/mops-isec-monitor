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5</c:v>
                </c:pt>
                <c:pt idx="1">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2026-08-15 ~ 2026-09-15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經初步評估，本次資安事件未影響公司工廠生產作業，生產活動均維持正常運…</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達爾膚、大車隊、杭特、數字、上詮</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3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崴寶、富爾特、創新服務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崴寶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7744</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黃宇廷、黃子評</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崴寶 </a:t>
            </a:r>
            <a:r>
              <a:rPr sz="1300" b="0">
                <a:solidFill>
                  <a:srgbClr val="5C6679"/>
                </a:solidFill>
                <a:latin typeface="Microsoft JhengHei"/>
                <a:ea typeface="Microsoft JhengHei"/>
                <a:cs typeface="Microsoft JhengHei"/>
              </a:rPr>
              <a:t>7744</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本公司於115年9月14日上午發現資訊系統遭駭客入侵，部分系統資料遭加密鎖定。本公司立即啟動資安…</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本公司將持續配合專業資安團隊進行事件調查與監控，並加強資訊安全管理措施，包括提升端點防護機制、強化網路監控能力、落實帳號…</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8" name="Rounded Rectangle 7"/>
          <p:cNvSpPr/>
          <p:nvPr/>
        </p:nvSpPr>
        <p:spPr>
          <a:xfrm>
            <a:off x="4526280" y="179222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