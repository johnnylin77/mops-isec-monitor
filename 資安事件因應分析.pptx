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4</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2026-06-21 ~ 2026-07-21　｜　MOPS 重大訊息全文檢索　｜　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5661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5661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4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松上、優盛、麗清、網家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淳安、GOGOLOOK、耕興</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4805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4805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