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dPt>
            <c:idx val="2"/>
            <c:spPr>
              <a:solidFill>
                <a:srgbClr val="27A6C4"/>
              </a:solidFill>
            </c:spPr>
          </c:dPt>
          <c:cat>
            <c:strRef>
              <c:f>Sheet1!$A$2:$A$4</c:f>
              <c:strCache>
                <c:ptCount val="3"/>
                <c:pt idx="0">
                  <c:v>駭客攻擊</c:v>
                </c:pt>
                <c:pt idx="1">
                  <c:v>勒索病毒/加密</c:v>
                </c:pt>
                <c:pt idx="2">
                  <c:v>個資外洩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1</c:v>
                </c:pt>
                <c:pt idx="2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2026-05-09 ~ 2026-06-09　｜　MOPS 重大訊息全文檢索　｜　8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8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3456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巨路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6192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06/02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目前評估對公司營運無重大影響，亦未發現個資或機密資料外洩之情事。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目前評估對公司營運尚無重大影響。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弘塑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公司於4/10發現網路異常後，立即中斷公司網路及相關對外連結，全面停…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建德工業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6606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目前無個資、機密資料外洩等情事發生，對本公司營運無重大影響。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永信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3705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鴻海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2317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05/12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目前受影響廠區之生產營運均維持正常。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彰源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2030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目前評估沒有個資、亦沒有機密或重要的文件資料外洩等情事發生，對本公司…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偉康科技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6865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5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巨路、建德工業、鴻海、彰源、偉康科技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1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弘塑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伺服器資料遭加密，須系統隔離與資料復原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34340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4343400"/>
            <a:ext cx="109728" cy="1170432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44531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45312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846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數字、永信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11149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源自開發流程或委外廠商，須通報並通知當事人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簽證會計師一覽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各公司目前之簽證會計師事務所與簽證會計師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0789920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2103120"/>
                <a:gridCol w="3383280"/>
                <a:gridCol w="2606040"/>
              </a:tblGrid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簽證會計師事務所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巨路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6192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劉建良、張麗君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羅瑞芝、余聖河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弘塑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李典易、蔣承翰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建德工業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6606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林秀珊、吳建志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永信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3705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趙敏如、吳佳翰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鴻海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2317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徐聖忠、徐潔如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彰源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2030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許瑞隆、吳少君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偉康科技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6865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洪士剛、莊鈞維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巨路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6192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本公司部份資訊系統遭受駭客網路攻擊。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本公司將持續強化網路與資訊安全架構，並擴大資安防禦措施，以提升整體資安防護能力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5287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本公司於115年5月25日進行內部活動網頁開發與測試流程時，因程式碼管理作業設定不當，致部分未去…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(1)依據安全軟體發展生命週期(SSDLC)之框架，優化開發流程管制作業(2)落實權限管理及審查，避免未經授權之人員得以…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弘塑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3131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本公司資訊系統遭受勒索病毒攻擊。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本公司將持續加強資訊安全監控與防護機制，提升網路與資訊基礎架構之安全管理，並導入更完善之資安控管措施，以降低未來風險。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建德工業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6606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本公司資訊系統疑遭受駭客網路攻擊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目前已全面盤查本公司資訊系統，確保無植入木馬程式等攻擊手段，將持續提昇網路資訊安全架構，並持續嚴密監控，以確保資訊安全。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永信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3705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永信藥品本日接獲資安公司通報，廠商於網路巡檢時，發現駭客取得永信藥品委外廠商活動網站的消費者發票…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(1)已立即啟動資安應變機制，並要求委外廠商進行系統隔離、鑑識調查。(2)已委請資訊安全專業團隊協助調查事件原因及影響範…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鴻海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2317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鴻海集團位於北美的部分廠區遭受網路攻擊。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不適用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彰源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2030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本公司內網有被企圖登入，資訊系統遭受駭客網路攻擊。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目前已經委託國際級網路資訊安全處理公司協助解決，此事件後將持續提升網路與資訊基礎架構之安全控管，並持續密切監控，以確保資…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偉康科技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6865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說明本公司遭受駭客攻擊事件。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本公司已啟動防禦應變，並持續強化資安管控。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