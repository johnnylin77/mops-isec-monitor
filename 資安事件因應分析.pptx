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6</c:v>
                </c:pt>
                <c:pt idx="1">
                  <c:v>2</c:v>
                </c:pt>
                <c:pt idx="2">
                  <c:v>2</c:v>
                </c:pt>
                <c:pt idx="3">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2026-09-07 ~ 2026-10-07　｜　MOPS 重大訊息全文檢索　｜　12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12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12</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7432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74320">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神腦、友訊、長榮航、長榮航太、達爾膚、大車隊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安心、柏文</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一零四、鈊象</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34465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344658">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r h="344664">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