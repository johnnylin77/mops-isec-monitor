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2026-05-01 ~ 2026-05-31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/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/05/07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弘塑、碩天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9AA7BF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