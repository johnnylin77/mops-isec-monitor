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3</c:v>
                </c:pt>
                <c:pt idx="1">
                  <c:v>3</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2026-09-22 ~ 2026-10-22　｜　MOPS 重大訊息全文檢索　｜　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5661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56616">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經初步評估，並綜合考量係單一市場事件，目前尚未對合併公司整體之營運及…</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10/19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10/16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美食-KY、91APP*-KY、神腦</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滿心、鈊象、柏文</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上福、一零四、鈊象</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4805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48056">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彭以驊、謝明忠</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陳宜君、許淑敏</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美食-KY </a:t>
            </a:r>
            <a:r>
              <a:rPr sz="1300" b="0">
                <a:solidFill>
                  <a:srgbClr val="5C6679"/>
                </a:solidFill>
                <a:latin typeface="Microsoft JhengHei"/>
                <a:ea typeface="Microsoft JhengHei"/>
                <a:cs typeface="Microsoft JhengHei"/>
              </a:rPr>
              <a:t>2723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台灣子公司美食達人股份有限公司於今日發現部分資訊系統遭受網路攻擊，已立即啟動資安應變機制，並委請…</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公司將持續進行資安鑑識、系統安全強化及相關風險控管作業，受影響系統預期可逐步恢復運作；後續如調查結果或事件發展有重大變化…</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滿心 </a:t>
            </a:r>
            <a:r>
              <a:rPr sz="1300" b="0">
                <a:solidFill>
                  <a:srgbClr val="5C6679"/>
                </a:solidFill>
                <a:latin typeface="Microsoft JhengHei"/>
                <a:ea typeface="Microsoft JhengHei"/>
                <a:cs typeface="Microsoft JhengHei"/>
              </a:rPr>
              <a:t>2916</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本公司CommerceCloud資料庫受到自動化攻擊事件說明。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(1)強化監控防禦：升級全天候監控，全面提升系統防護層級。(2)委外第三方公正單位調查：協同外部專家深入調查，並於相關主…</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