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dPt>
            <c:idx val="3"/>
            <c:spPr>
              <a:solidFill>
                <a:srgbClr val="5C6679"/>
              </a:solidFill>
            </c:spPr>
          </c:dPt>
          <c:cat>
            <c:strRef>
              <c:f>Sheet1!$A$2:$A$5</c:f>
              <c:strCache>
                <c:ptCount val="4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  <c:pt idx="3">
                  <c:v>其他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2026-07-20 ~ 2026-08-20　｜　MOPS 重大訊息全文檢索　｜　11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11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2971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尚在評估中，依目前評估對公司營運無重大影響。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08/10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本公司目前正積極會同技術專家協助調查，初步評估對公司營運暫無重大影響…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08/03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本公司目前正積極會同技術專家協助調查，初步評估對公司營運無重大影響。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2049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目前初步評估對公司營運無重大影響。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萬達寵物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6968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對本公司財務或業務並無重大影響。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07/20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7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上詮、正瀚-創、久裕、逸達、州巧、藥華藥、上銀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萬達寵物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5669279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0" y="5669279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5779007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5779007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617219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淳安、淳安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643737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3733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上詮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3363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白淑蒨、李典易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正瀚-創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6534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陳政學、張字信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久裕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郭柔蘭、江曉苓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逸達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6576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蔡蓓華、顏裕芳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州巧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3543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廖福銘、林永智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藥華藥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6446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呂倩雯、張巧穎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2049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吳麗冬、顏曉芳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萬達寵物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6968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葉翠苗、黃世鈞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林永智、廖福銘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淳安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6283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林永智、廖福銘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上詮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3363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本公司資訊系統遭受駭客網路攻擊，部分主機與電腦遭受病毒攻擊。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本公司已於第一時間啟動資安防禦，並對網路攻擊進行清查，亦同步持續檢視與提升網路與資訊基礎架構之安全控管，以確保資訊安全。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本公司遭受駭客加密攻擊事件，部分檔案無法解密。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(1)本公司業已啟動資安相關防禦機制與應變作業，並將通報相關機關。(2)本公司將繼續尋求資安專家協助，改善及提升本公司資…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正瀚-創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6534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久裕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本公司部分資訊系統遭受駭客網路攻擊，初步評估對公司營運無重大影響。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逸達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6576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本公司資訊系統遭受駭客網路攻擊，初步評估對公司營運暫無重大影響。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州巧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3543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本公司及重要子公司(蘇州州巧、廈門州巧及越南州巧)之部份資訊系統遭不明駭客入侵，導致部分系統無法…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藥華藥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6446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本公司及泛泰醫療子公司之部分資訊系統遭受駭客網路攻擊，初步評估對公司營運無重大影響。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本公司義大利子公司部份資訊系統遭受駭客網路攻擊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完成相關安全漏洞修復後，將持續強化網路與資訊基礎架構之安全防護機制及管理措施，確保資訊系統穩定運作及資訊安全。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萬達寵物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6968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本公司因合作廠商資訊系統遭不明人士入侵，疑似部份資料外洩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本公司並無與合作廠商串接會員資料、信用卡號、銀行帳戶等敏感資訊，不會產生任何金流交易。本公司已嚴正要求合作廠商技術團隊，…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淳安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6283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本公司網路資安事件說明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本公司後續將持續提升網路與資訊基礎架構之安全管控，以確保資訊安全。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淳安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6283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本公司網路資安事件說明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本公司後續將持續提升網路與資訊基礎架構之安全管控，以確保資訊安全。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