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6</c:v>
                </c:pt>
                <c:pt idx="1">
                  <c:v>3</c:v>
                </c:pt>
                <c:pt idx="2">
                  <c:v>2</c:v>
                </c:pt>
                <c:pt idx="3">
                  <c:v>1</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2026-09-02 ~ 2026-10-02　｜　MOPS 重大訊息全文檢索　｜　12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12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12</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7432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74320">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神腦、友訊、長榮航、長榮航太、達爾膚、大車隊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2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安心、柏文</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1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鈊象</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34465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344658">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陳政初、洪國森</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FFFFFF"/>
                    </a:solidFill>
                  </a:tcPr>
                </a:tc>
              </a:tr>
              <a:tr h="344664">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本公司接獲系統委外廠商通知其對外服務系統遭自動化攻擊，並對客戶資料表分頁擷取，其中部分涉及本公司…</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本公司已要求系統委外廠商重新檢視造成資安疑慮因子並加以防範，同時持續針對系統委外廠商加強監控。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