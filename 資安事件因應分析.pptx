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4</c:v>
                </c:pt>
                <c:pt idx="1">
                  <c:v>2</c:v>
                </c:pt>
                <c:pt idx="2">
                  <c:v>4</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2026-06-22 ~ 2026-07-22　｜　MOPS 重大訊息全文檢索　｜　10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10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10</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2419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2419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FFFFFF"/>
                    </a:solidFill>
                  </a:tcPr>
                </a:tc>
              </a:tr>
              <a:tr h="324200">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目前受影響之系統正陸續復原中，對公司整體營運及財務之影響程度尚在評估…</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4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松上、優盛、麗清、網家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易發、尼得科超眾</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4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淳安、淳安、GOGOLOOK、耕興</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07323">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07323">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FFFFFF"/>
                    </a:solidFill>
                  </a:tcPr>
                </a:tc>
              </a:tr>
              <a:tr h="407330">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郭欣頤、張肇文</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尼得科超眾 </a:t>
            </a:r>
            <a:r>
              <a:rPr sz="1300" b="0">
                <a:solidFill>
                  <a:srgbClr val="5C6679"/>
                </a:solidFill>
                <a:latin typeface="Microsoft JhengHei"/>
                <a:ea typeface="Microsoft JhengHei"/>
                <a:cs typeface="Microsoft JhengHei"/>
              </a:rPr>
              <a:t>6230</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本公司亦將視系統復原進度，適時調整生產與出貨排程。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