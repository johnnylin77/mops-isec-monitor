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cat>
            <c:strRef>
              <c:f>Sheet1!$A$2:$A$3</c:f>
              <c:strCache>
                <c:ptCount val="2"/>
                <c:pt idx="0">
                  <c:v>駭客攻擊</c:v>
                </c:pt>
                <c:pt idx="1">
                  <c:v>勒索病毒/加密</c:v>
                </c:pt>
              </c:strCache>
            </c:strRef>
          </c:cat>
          <c:val>
            <c:numRef>
              <c:f>Sheet1!$B$2:$B$3</c:f>
              <c:numCache>
                <c:formatCode>General</c:formatCode>
                <c:ptCount val="2"/>
                <c:pt idx="0">
                  <c:v>8</c:v>
                </c:pt>
                <c:pt idx="1">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2026-08-19 ~ 2026-09-19　｜　MOPS 重大訊息全文檢索　｜　11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11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11</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9718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97180">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08/20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8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友訊、長榮航、長榮航太、達爾膚、大車隊、杭特、數字、上詮</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37338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373380">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羅瑞芝、余聖河</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白淑蒨、李典易</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數字 </a:t>
            </a:r>
            <a:r>
              <a:rPr sz="1300" b="0">
                <a:solidFill>
                  <a:srgbClr val="5C6679"/>
                </a:solidFill>
                <a:latin typeface="Microsoft JhengHei"/>
                <a:ea typeface="Microsoft JhengHei"/>
                <a:cs typeface="Microsoft JhengHei"/>
              </a:rPr>
              <a:t>5287</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本公司於115年8月20日發現591網站登入行為異常，經查發現外部攻擊者利用登入機制之弱點，繞過…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(1)依據安全軟體發展生命週期（SSDLC）框架，持續優化系統開發流程及資安檢視機制。(2)強化登入驗證、存取控制及異常…</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上詮 </a:t>
            </a:r>
            <a:r>
              <a:rPr sz="1300" b="0">
                <a:solidFill>
                  <a:srgbClr val="5C6679"/>
                </a:solidFill>
                <a:latin typeface="Microsoft JhengHei"/>
                <a:ea typeface="Microsoft JhengHei"/>
                <a:cs typeface="Microsoft JhengHei"/>
              </a:rPr>
              <a:t>3363</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本公司資訊系統遭受駭客網路攻擊，部分主機與電腦遭受病毒攻擊。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本公司已於第一時間啟動資安防禦，並對網路攻擊進行清查，亦同步持續檢視與提升網路與資訊基礎架構之安全控管，以確保資訊安全。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