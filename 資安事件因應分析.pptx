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5C6679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勒索病毒/加密</c:v>
                </c:pt>
                <c:pt idx="2">
                  <c:v>其他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2026-06-02 ~ 2026-07-02　｜　MOPS 重大訊息全文檢索　｜　7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7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GOGOLOOK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6902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07/01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網家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8044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07/01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耕興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6146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06/22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受影響之資料檔案留有備份，不影響公司營運、業務進行等。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易發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6425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06/22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目前初步評估對公司運作無重大影響。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尼得科超眾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06/22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目前受影響之系統正陸續復原中，對公司整體營運及財務之影響程度尚在評估…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06/16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目前評估該事件對公司營運造成暫停出貨的影響，現階段出貨已陸續恢復中。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06/02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目前評估對公司營運無重大影響，亦未發現個資或機密資料外洩之情事。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網家、巨路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易發、尼得科超眾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GOGOLOOK、耕興、上福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其他資安相關事件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GOGOLOOK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6902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吳尚燉、王昱欣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網家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8044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廖容翎、梁嬋女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耕興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6146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黃毅民、陳文香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易發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6425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張至誼、洪國田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尼得科超眾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郭欣頤、張肇文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黃宇廷、賴書晨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劉建良、張麗君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GOGOLOOK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6902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本公司發生網路資安事件。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本公司後續仍持續強化資安管控及防禦機制，確保資訊安全與服務體驗。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網家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8044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公司對該等報導或提供訊息之說明:(1)資訊安全防線：本公司及各轉投資事業係依不同服務型態各自營運…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(1)全面啟動應變與調查：拍付國際獲悉駭客聲稱之入侵及勒索訊息後，已立即啟動資安應變程序，會同資安專家進行全面系統檢測與…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耕興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6146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本公司部分資訊系統發生網路資安事件。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本公司將持續提升網路與資訊基礎架構之安全管控，並依外部資安技術專家之建議加強防護，確保資訊安全。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易發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6425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本公司之子公司東野精機(股)公司日福精工(股)公司，發現遭不明駭客入侵主機，並將伺服器資料加密，…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本公司之子公司東野精機(股)公司日福精工(股)公司將修復安全漏洞，持續提升網路與資訊基礎架構之安全管控，以確保資訊安全。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尼得科超眾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6230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本公司於今日偵測到部份伺服器遭受網路勒索病毒攻擊，致使包含ERP在內之部份資訊系統無法正常運作。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本公司亦將視系統復原進度，適時調整生產與出貨排程。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上福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6128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KatunCorporation資訊設備遭受未授權外部存取。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此事件後將持續提升網路與資訊基礎架構之安全控管，並持續密切監控，以確保資訊安全。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巨路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6192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本公司部份資訊系統遭受駭客網路攻擊。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本公司將持續強化網路與資訊安全架構，並擴大資安防禦措施，以提升整體資安防護能力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