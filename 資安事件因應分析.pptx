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6</c:v>
                </c:pt>
                <c:pt idx="1">
                  <c:v>1</c:v>
                </c:pt>
                <c:pt idx="2">
                  <c:v>4</c:v>
                </c:pt>
                <c:pt idx="3">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2026-09-08 ~ 2026-10-08　｜　MOPS 重大訊息全文檢索　｜　14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14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14</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37744">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37744">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目前評估沒有個資、亦沒有機密或重要文件資料外洩等情事發生，對本公司營…</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09/23</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EEF2F9"/>
                    </a:solidFill>
                  </a:tcPr>
                </a:tc>
              </a:tr>
              <a:tr h="237744">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FFFFFF"/>
                    </a:solidFill>
                  </a:tcPr>
                </a:tc>
              </a:tr>
              <a:tr h="237744">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6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神腦、友訊、長榮航、長榮航太、達爾膚、大車隊</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4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杏一、鈊象、安心、柏文</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上福、一零四、鈊象</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298704">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298704">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池瑞全、蔡宗遠</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梅元貞、謝秋華</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EEF2F9"/>
                    </a:solidFill>
                  </a:tcPr>
                </a:tc>
              </a:tr>
              <a:tr h="298704">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FFFFFF"/>
                    </a:solidFill>
                  </a:tcPr>
                </a:tc>
              </a:tr>
              <a:tr h="298704">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KatunCorporation發現資訊安全異常事件，經調查發現部分資訊系統有異常存取行為。</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KatunCorporation將持續進行事件調查、鑑識分析及監控作業，並進一步強化資訊安全管理、遠端存取管控、網路安全…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杏一 </a:t>
            </a:r>
            <a:r>
              <a:rPr sz="1300" b="0">
                <a:solidFill>
                  <a:srgbClr val="5C6679"/>
                </a:solidFill>
                <a:latin typeface="Microsoft JhengHei"/>
                <a:ea typeface="Microsoft JhengHei"/>
                <a:cs typeface="Microsoft JhengHei"/>
              </a:rPr>
              <a:t>4175</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(1)本公司已立即啟動資安事件應變作業，針對相關系統、存取紀錄及可能涉及之資料範圍進行調查，並要求官網平台委外廠商同步進…</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本公司於115年9月29日發現不明IP異常侵入公司營運資訊設備，造成公司遊戲營運資料外洩，包含部…</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(1)持續提升資安防禦，強化監控與防護層級。(2)委由外部專業資安團隊協助事件調查，並於相關主機部署偵測及防護機制。(3…</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本公司接獲系統委外廠商通知其對外服務系統遭自動化攻擊，並對客戶資料表分頁擷取，其中部分涉及本公司…</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本公司已要求系統委外廠商重新檢視造成資安疑慮因子並加以防範，同時持續針對系統委外廠商加強監控。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友訊 </a:t>
            </a:r>
            <a:r>
              <a:rPr sz="1300" b="0">
                <a:solidFill>
                  <a:srgbClr val="5C6679"/>
                </a:solidFill>
                <a:latin typeface="Microsoft JhengHei"/>
                <a:ea typeface="Microsoft JhengHei"/>
                <a:cs typeface="Microsoft JhengHei"/>
              </a:rPr>
              <a:t>2332</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本公司網站監控中發現登入記錄異常，查知外部攻擊者利用既有登入機制，以大量帳號密碼進行網站登入驗證…</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(1)強化網站登入驗證、存取控制及異常行為偵測機制。(2)強化網頁應用程式防火牆，降低大量或異常登入嘗試之可行性。(3)…</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個案因應重點（4）</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