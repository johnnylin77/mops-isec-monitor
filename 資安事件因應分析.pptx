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dPt>
            <c:idx val="3"/>
            <c:spPr>
              <a:solidFill>
                <a:srgbClr val="5C6679"/>
              </a:solidFill>
            </c:spPr>
          </c:dPt>
          <c:cat>
            <c:strRef>
              <c:f>Sheet1!$A$2:$A$5</c:f>
              <c:strCache>
                <c:ptCount val="4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2026-05-23 ~ 2026-06-23　｜　MOPS 重大訊息全文檢索　｜　6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6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耕興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受影響之資料檔案留有備份，不影響公司營運、業務進行等。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易發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6425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目前初步評估對公司運作無重大影響。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尼得科超眾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目前受影響之系統正陸續復原中，對公司整體營運及財務之影響程度尚在評估…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06/16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目前評估該事件對公司營運造成暫停出貨的影響，現階段出貨已陸續恢復中。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06/02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目前評估對公司營運無重大影響，亦未發現個資或機密資料外洩之情事。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易發、尼得科超眾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5669279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5669279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5779007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5779007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617219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耕興、上福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43737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耕興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黃毅民、陳文香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易發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6425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張至誼、洪國田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尼得科超眾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郭欣頤、張肇文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黃宇廷、賴書晨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劉建良、張麗君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羅瑞芝、余聖河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耕興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本公司部分資訊系統發生網路資安事件。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本公司將持續提升網路與資訊基礎架構之安全管控，並依外部資安技術專家之建議加強防護，確保資訊安全。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易發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本公司之子公司東野精機(股)公司日福精工(股)公司，發現遭不明駭客入侵主機，並將伺服器資料加密，…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本公司之子公司東野精機(股)公司日福精工(股)公司將修復安全漏洞，持續提升網路與資訊基礎架構之安全管控，以確保資訊安全。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尼得科超眾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本公司於今日偵測到部份伺服器遭受網路勒索病毒攻擊，致使包含ERP在內之部份資訊系統無法正常運作。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本公司亦將視系統復原進度，適時調整生產與出貨排程。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6128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KatunCorporation資訊設備遭受未授權外部存取。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此事件後將持續提升網路與資訊基礎架構之安全控管，並持續密切監控，以確保資訊安全。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6192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本公司部份資訊系統遭受駭客網路攻擊。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本公司將持續強化網路與資訊安全架構，並擴大資安防禦措施，以提升整體資安防護能力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本公司於115年5月25日進行內部活動網頁開發與測試流程時，因程式碼管理作業設定不當，致部分未去…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(1)依據安全軟體發展生命週期(SSDLC)之框架，優化開發流程管制作業(2)落實權限管理及審查，避免未經授權之人員得以…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